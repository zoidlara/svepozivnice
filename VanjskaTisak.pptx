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7559675" cy="532765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66"/>
  </p:normalViewPr>
  <p:slideViewPr>
    <p:cSldViewPr snapToGrid="0" snapToObjects="1">
      <p:cViewPr>
        <p:scale>
          <a:sx n="59" d="100"/>
          <a:sy n="59" d="100"/>
        </p:scale>
        <p:origin x="2152" y="1680"/>
      </p:cViewPr>
      <p:guideLst>
        <p:guide orient="horz" pos="2152"/>
        <p:guide pos="290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8469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1609" y="2122835"/>
            <a:ext cx="7838240" cy="14647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3219" y="3872353"/>
            <a:ext cx="6455021" cy="17463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55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11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22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77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33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88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444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432" y="4391199"/>
            <a:ext cx="7838240" cy="1357222"/>
          </a:xfrm>
        </p:spPr>
        <p:txBody>
          <a:bodyPr anchor="t"/>
          <a:lstStyle>
            <a:lvl1pPr algn="l">
              <a:defRPr sz="3986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8432" y="2896357"/>
            <a:ext cx="7838240" cy="1494842"/>
          </a:xfrm>
        </p:spPr>
        <p:txBody>
          <a:bodyPr anchor="b"/>
          <a:lstStyle>
            <a:lvl1pPr marL="0" indent="0">
              <a:buNone/>
              <a:defRPr sz="1993">
                <a:solidFill>
                  <a:schemeClr val="tx1">
                    <a:tint val="75000"/>
                  </a:schemeClr>
                </a:solidFill>
              </a:defRPr>
            </a:lvl1pPr>
            <a:lvl2pPr marL="455554" indent="0">
              <a:buNone/>
              <a:defRPr sz="1794">
                <a:solidFill>
                  <a:schemeClr val="tx1">
                    <a:tint val="75000"/>
                  </a:schemeClr>
                </a:solidFill>
              </a:defRPr>
            </a:lvl2pPr>
            <a:lvl3pPr marL="911108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3pPr>
            <a:lvl4pPr marL="1366662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822216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22777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733324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3188879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644433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1073" y="1594499"/>
            <a:ext cx="4072811" cy="4509837"/>
          </a:xfrm>
        </p:spPr>
        <p:txBody>
          <a:bodyPr/>
          <a:lstStyle>
            <a:lvl1pPr>
              <a:defRPr sz="2790"/>
            </a:lvl1pPr>
            <a:lvl2pPr>
              <a:defRPr sz="2391"/>
            </a:lvl2pPr>
            <a:lvl3pPr>
              <a:defRPr sz="1993"/>
            </a:lvl3pPr>
            <a:lvl4pPr>
              <a:defRPr sz="1794"/>
            </a:lvl4pPr>
            <a:lvl5pPr>
              <a:defRPr sz="1794"/>
            </a:lvl5pPr>
            <a:lvl6pPr>
              <a:defRPr sz="1794"/>
            </a:lvl6pPr>
            <a:lvl7pPr>
              <a:defRPr sz="1794"/>
            </a:lvl7pPr>
            <a:lvl8pPr>
              <a:defRPr sz="1794"/>
            </a:lvl8pPr>
            <a:lvl9pPr>
              <a:defRPr sz="17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7575" y="1594499"/>
            <a:ext cx="4072811" cy="4509837"/>
          </a:xfrm>
        </p:spPr>
        <p:txBody>
          <a:bodyPr/>
          <a:lstStyle>
            <a:lvl1pPr>
              <a:defRPr sz="2790"/>
            </a:lvl1pPr>
            <a:lvl2pPr>
              <a:defRPr sz="2391"/>
            </a:lvl2pPr>
            <a:lvl3pPr>
              <a:defRPr sz="1993"/>
            </a:lvl3pPr>
            <a:lvl4pPr>
              <a:defRPr sz="1794"/>
            </a:lvl4pPr>
            <a:lvl5pPr>
              <a:defRPr sz="1794"/>
            </a:lvl5pPr>
            <a:lvl6pPr>
              <a:defRPr sz="1794"/>
            </a:lvl6pPr>
            <a:lvl7pPr>
              <a:defRPr sz="1794"/>
            </a:lvl7pPr>
            <a:lvl8pPr>
              <a:defRPr sz="1794"/>
            </a:lvl8pPr>
            <a:lvl9pPr>
              <a:defRPr sz="17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1073" y="1529643"/>
            <a:ext cx="4074412" cy="637483"/>
          </a:xfrm>
        </p:spPr>
        <p:txBody>
          <a:bodyPr anchor="b"/>
          <a:lstStyle>
            <a:lvl1pPr marL="0" indent="0">
              <a:buNone/>
              <a:defRPr sz="2391" b="1"/>
            </a:lvl1pPr>
            <a:lvl2pPr marL="455554" indent="0">
              <a:buNone/>
              <a:defRPr sz="1993" b="1"/>
            </a:lvl2pPr>
            <a:lvl3pPr marL="911108" indent="0">
              <a:buNone/>
              <a:defRPr sz="1794" b="1"/>
            </a:lvl3pPr>
            <a:lvl4pPr marL="1366662" indent="0">
              <a:buNone/>
              <a:defRPr sz="1594" b="1"/>
            </a:lvl4pPr>
            <a:lvl5pPr marL="1822216" indent="0">
              <a:buNone/>
              <a:defRPr sz="1594" b="1"/>
            </a:lvl5pPr>
            <a:lvl6pPr marL="2277770" indent="0">
              <a:buNone/>
              <a:defRPr sz="1594" b="1"/>
            </a:lvl6pPr>
            <a:lvl7pPr marL="2733324" indent="0">
              <a:buNone/>
              <a:defRPr sz="1594" b="1"/>
            </a:lvl7pPr>
            <a:lvl8pPr marL="3188879" indent="0">
              <a:buNone/>
              <a:defRPr sz="1594" b="1"/>
            </a:lvl8pPr>
            <a:lvl9pPr marL="3644433" indent="0">
              <a:buNone/>
              <a:defRPr sz="159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73" y="2167126"/>
            <a:ext cx="4074412" cy="3937210"/>
          </a:xfrm>
        </p:spPr>
        <p:txBody>
          <a:bodyPr/>
          <a:lstStyle>
            <a:lvl1pPr>
              <a:defRPr sz="2391"/>
            </a:lvl1pPr>
            <a:lvl2pPr>
              <a:defRPr sz="1993"/>
            </a:lvl2pPr>
            <a:lvl3pPr>
              <a:defRPr sz="1794"/>
            </a:lvl3pPr>
            <a:lvl4pPr>
              <a:defRPr sz="1594"/>
            </a:lvl4pPr>
            <a:lvl5pPr>
              <a:defRPr sz="1594"/>
            </a:lvl5pPr>
            <a:lvl6pPr>
              <a:defRPr sz="1594"/>
            </a:lvl6pPr>
            <a:lvl7pPr>
              <a:defRPr sz="1594"/>
            </a:lvl7pPr>
            <a:lvl8pPr>
              <a:defRPr sz="1594"/>
            </a:lvl8pPr>
            <a:lvl9pPr>
              <a:defRPr sz="15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84373" y="1529643"/>
            <a:ext cx="4076013" cy="637483"/>
          </a:xfrm>
        </p:spPr>
        <p:txBody>
          <a:bodyPr anchor="b"/>
          <a:lstStyle>
            <a:lvl1pPr marL="0" indent="0">
              <a:buNone/>
              <a:defRPr sz="2391" b="1"/>
            </a:lvl1pPr>
            <a:lvl2pPr marL="455554" indent="0">
              <a:buNone/>
              <a:defRPr sz="1993" b="1"/>
            </a:lvl2pPr>
            <a:lvl3pPr marL="911108" indent="0">
              <a:buNone/>
              <a:defRPr sz="1794" b="1"/>
            </a:lvl3pPr>
            <a:lvl4pPr marL="1366662" indent="0">
              <a:buNone/>
              <a:defRPr sz="1594" b="1"/>
            </a:lvl4pPr>
            <a:lvl5pPr marL="1822216" indent="0">
              <a:buNone/>
              <a:defRPr sz="1594" b="1"/>
            </a:lvl5pPr>
            <a:lvl6pPr marL="2277770" indent="0">
              <a:buNone/>
              <a:defRPr sz="1594" b="1"/>
            </a:lvl6pPr>
            <a:lvl7pPr marL="2733324" indent="0">
              <a:buNone/>
              <a:defRPr sz="1594" b="1"/>
            </a:lvl7pPr>
            <a:lvl8pPr marL="3188879" indent="0">
              <a:buNone/>
              <a:defRPr sz="1594" b="1"/>
            </a:lvl8pPr>
            <a:lvl9pPr marL="3644433" indent="0">
              <a:buNone/>
              <a:defRPr sz="159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84373" y="2167126"/>
            <a:ext cx="4076013" cy="3937210"/>
          </a:xfrm>
        </p:spPr>
        <p:txBody>
          <a:bodyPr/>
          <a:lstStyle>
            <a:lvl1pPr>
              <a:defRPr sz="2391"/>
            </a:lvl1pPr>
            <a:lvl2pPr>
              <a:defRPr sz="1993"/>
            </a:lvl2pPr>
            <a:lvl3pPr>
              <a:defRPr sz="1794"/>
            </a:lvl3pPr>
            <a:lvl4pPr>
              <a:defRPr sz="1594"/>
            </a:lvl4pPr>
            <a:lvl5pPr>
              <a:defRPr sz="1594"/>
            </a:lvl5pPr>
            <a:lvl6pPr>
              <a:defRPr sz="1594"/>
            </a:lvl6pPr>
            <a:lvl7pPr>
              <a:defRPr sz="1594"/>
            </a:lvl7pPr>
            <a:lvl8pPr>
              <a:defRPr sz="1594"/>
            </a:lvl8pPr>
            <a:lvl9pPr>
              <a:defRPr sz="15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074" y="272077"/>
            <a:ext cx="3033796" cy="1157910"/>
          </a:xfrm>
        </p:spPr>
        <p:txBody>
          <a:bodyPr anchor="b"/>
          <a:lstStyle>
            <a:lvl1pPr algn="l">
              <a:defRPr sz="199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5334" y="272077"/>
            <a:ext cx="5155052" cy="5832259"/>
          </a:xfrm>
        </p:spPr>
        <p:txBody>
          <a:bodyPr/>
          <a:lstStyle>
            <a:lvl1pPr>
              <a:defRPr sz="3188"/>
            </a:lvl1pPr>
            <a:lvl2pPr>
              <a:defRPr sz="2790"/>
            </a:lvl2pPr>
            <a:lvl3pPr>
              <a:defRPr sz="2391"/>
            </a:lvl3pPr>
            <a:lvl4pPr>
              <a:defRPr sz="1993"/>
            </a:lvl4pPr>
            <a:lvl5pPr>
              <a:defRPr sz="1993"/>
            </a:lvl5pPr>
            <a:lvl6pPr>
              <a:defRPr sz="1993"/>
            </a:lvl6pPr>
            <a:lvl7pPr>
              <a:defRPr sz="1993"/>
            </a:lvl7pPr>
            <a:lvl8pPr>
              <a:defRPr sz="1993"/>
            </a:lvl8pPr>
            <a:lvl9pPr>
              <a:defRPr sz="199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074" y="1429987"/>
            <a:ext cx="3033796" cy="4674349"/>
          </a:xfrm>
        </p:spPr>
        <p:txBody>
          <a:bodyPr/>
          <a:lstStyle>
            <a:lvl1pPr marL="0" indent="0">
              <a:buNone/>
              <a:defRPr sz="1395"/>
            </a:lvl1pPr>
            <a:lvl2pPr marL="455554" indent="0">
              <a:buNone/>
              <a:defRPr sz="1196"/>
            </a:lvl2pPr>
            <a:lvl3pPr marL="911108" indent="0">
              <a:buNone/>
              <a:defRPr sz="996"/>
            </a:lvl3pPr>
            <a:lvl4pPr marL="1366662" indent="0">
              <a:buNone/>
              <a:defRPr sz="897"/>
            </a:lvl4pPr>
            <a:lvl5pPr marL="1822216" indent="0">
              <a:buNone/>
              <a:defRPr sz="897"/>
            </a:lvl5pPr>
            <a:lvl6pPr marL="2277770" indent="0">
              <a:buNone/>
              <a:defRPr sz="897"/>
            </a:lvl6pPr>
            <a:lvl7pPr marL="2733324" indent="0">
              <a:buNone/>
              <a:defRPr sz="897"/>
            </a:lvl7pPr>
            <a:lvl8pPr marL="3188879" indent="0">
              <a:buNone/>
              <a:defRPr sz="897"/>
            </a:lvl8pPr>
            <a:lvl9pPr marL="3644433" indent="0">
              <a:buNone/>
              <a:defRPr sz="8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7471" y="4783496"/>
            <a:ext cx="5532875" cy="564719"/>
          </a:xfrm>
        </p:spPr>
        <p:txBody>
          <a:bodyPr anchor="b"/>
          <a:lstStyle>
            <a:lvl1pPr algn="l">
              <a:defRPr sz="199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07471" y="610592"/>
            <a:ext cx="5532875" cy="4100139"/>
          </a:xfrm>
        </p:spPr>
        <p:txBody>
          <a:bodyPr/>
          <a:lstStyle>
            <a:lvl1pPr marL="0" indent="0">
              <a:buNone/>
              <a:defRPr sz="3188"/>
            </a:lvl1pPr>
            <a:lvl2pPr marL="455554" indent="0">
              <a:buNone/>
              <a:defRPr sz="2790"/>
            </a:lvl2pPr>
            <a:lvl3pPr marL="911108" indent="0">
              <a:buNone/>
              <a:defRPr sz="2391"/>
            </a:lvl3pPr>
            <a:lvl4pPr marL="1366662" indent="0">
              <a:buNone/>
              <a:defRPr sz="1993"/>
            </a:lvl4pPr>
            <a:lvl5pPr marL="1822216" indent="0">
              <a:buNone/>
              <a:defRPr sz="1993"/>
            </a:lvl5pPr>
            <a:lvl6pPr marL="2277770" indent="0">
              <a:buNone/>
              <a:defRPr sz="1993"/>
            </a:lvl6pPr>
            <a:lvl7pPr marL="2733324" indent="0">
              <a:buNone/>
              <a:defRPr sz="1993"/>
            </a:lvl7pPr>
            <a:lvl8pPr marL="3188879" indent="0">
              <a:buNone/>
              <a:defRPr sz="1993"/>
            </a:lvl8pPr>
            <a:lvl9pPr marL="3644433" indent="0">
              <a:buNone/>
              <a:defRPr sz="199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07471" y="5348215"/>
            <a:ext cx="5532875" cy="801994"/>
          </a:xfrm>
        </p:spPr>
        <p:txBody>
          <a:bodyPr/>
          <a:lstStyle>
            <a:lvl1pPr marL="0" indent="0">
              <a:buNone/>
              <a:defRPr sz="1395"/>
            </a:lvl1pPr>
            <a:lvl2pPr marL="455554" indent="0">
              <a:buNone/>
              <a:defRPr sz="1196"/>
            </a:lvl2pPr>
            <a:lvl3pPr marL="911108" indent="0">
              <a:buNone/>
              <a:defRPr sz="996"/>
            </a:lvl3pPr>
            <a:lvl4pPr marL="1366662" indent="0">
              <a:buNone/>
              <a:defRPr sz="897"/>
            </a:lvl4pPr>
            <a:lvl5pPr marL="1822216" indent="0">
              <a:buNone/>
              <a:defRPr sz="897"/>
            </a:lvl5pPr>
            <a:lvl6pPr marL="2277770" indent="0">
              <a:buNone/>
              <a:defRPr sz="897"/>
            </a:lvl6pPr>
            <a:lvl7pPr marL="2733324" indent="0">
              <a:buNone/>
              <a:defRPr sz="897"/>
            </a:lvl7pPr>
            <a:lvl8pPr marL="3188879" indent="0">
              <a:buNone/>
              <a:defRPr sz="897"/>
            </a:lvl8pPr>
            <a:lvl9pPr marL="3644433" indent="0">
              <a:buNone/>
              <a:defRPr sz="8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5558" y="273660"/>
            <a:ext cx="2074828" cy="5830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1073" y="273660"/>
            <a:ext cx="6070794" cy="5830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1073" y="273659"/>
            <a:ext cx="8299313" cy="11389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1073" y="1594499"/>
            <a:ext cx="8299313" cy="450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1073" y="6333703"/>
            <a:ext cx="2151674" cy="363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50665" y="6333703"/>
            <a:ext cx="2920129" cy="363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08712" y="6333703"/>
            <a:ext cx="2151674" cy="363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5554" rtl="0" eaLnBrk="1" latinLnBrk="0" hangingPunct="1">
        <a:spcBef>
          <a:spcPct val="0"/>
        </a:spcBef>
        <a:buNone/>
        <a:defRPr sz="438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1666" indent="-341666" algn="l" defTabSz="455554" rtl="0" eaLnBrk="1" latinLnBrk="0" hangingPunct="1">
        <a:spcBef>
          <a:spcPct val="20000"/>
        </a:spcBef>
        <a:buFont typeface="Arial"/>
        <a:buChar char="•"/>
        <a:defRPr sz="3188" kern="1200">
          <a:solidFill>
            <a:schemeClr val="tx1"/>
          </a:solidFill>
          <a:latin typeface="+mn-lt"/>
          <a:ea typeface="+mn-ea"/>
          <a:cs typeface="+mn-cs"/>
        </a:defRPr>
      </a:lvl1pPr>
      <a:lvl2pPr marL="740275" indent="-284721" algn="l" defTabSz="455554" rtl="0" eaLnBrk="1" latinLnBrk="0" hangingPunct="1">
        <a:spcBef>
          <a:spcPct val="20000"/>
        </a:spcBef>
        <a:buFont typeface="Arial"/>
        <a:buChar char="–"/>
        <a:defRPr sz="2790" kern="1200">
          <a:solidFill>
            <a:schemeClr val="tx1"/>
          </a:solidFill>
          <a:latin typeface="+mn-lt"/>
          <a:ea typeface="+mn-ea"/>
          <a:cs typeface="+mn-cs"/>
        </a:defRPr>
      </a:lvl2pPr>
      <a:lvl3pPr marL="1138885" indent="-227777" algn="l" defTabSz="455554" rtl="0" eaLnBrk="1" latinLnBrk="0" hangingPunct="1">
        <a:spcBef>
          <a:spcPct val="20000"/>
        </a:spcBef>
        <a:buFont typeface="Arial"/>
        <a:buChar char="•"/>
        <a:defRPr sz="2391" kern="1200">
          <a:solidFill>
            <a:schemeClr val="tx1"/>
          </a:solidFill>
          <a:latin typeface="+mn-lt"/>
          <a:ea typeface="+mn-ea"/>
          <a:cs typeface="+mn-cs"/>
        </a:defRPr>
      </a:lvl3pPr>
      <a:lvl4pPr marL="1594439" indent="-227777" algn="l" defTabSz="455554" rtl="0" eaLnBrk="1" latinLnBrk="0" hangingPunct="1">
        <a:spcBef>
          <a:spcPct val="20000"/>
        </a:spcBef>
        <a:buFont typeface="Arial"/>
        <a:buChar char="–"/>
        <a:defRPr sz="1993" kern="1200">
          <a:solidFill>
            <a:schemeClr val="tx1"/>
          </a:solidFill>
          <a:latin typeface="+mn-lt"/>
          <a:ea typeface="+mn-ea"/>
          <a:cs typeface="+mn-cs"/>
        </a:defRPr>
      </a:lvl4pPr>
      <a:lvl5pPr marL="2049993" indent="-227777" algn="l" defTabSz="455554" rtl="0" eaLnBrk="1" latinLnBrk="0" hangingPunct="1">
        <a:spcBef>
          <a:spcPct val="20000"/>
        </a:spcBef>
        <a:buFont typeface="Arial"/>
        <a:buChar char="»"/>
        <a:defRPr sz="1993" kern="1200">
          <a:solidFill>
            <a:schemeClr val="tx1"/>
          </a:solidFill>
          <a:latin typeface="+mn-lt"/>
          <a:ea typeface="+mn-ea"/>
          <a:cs typeface="+mn-cs"/>
        </a:defRPr>
      </a:lvl5pPr>
      <a:lvl6pPr marL="2505547" indent="-227777" algn="l" defTabSz="455554" rtl="0" eaLnBrk="1" latinLnBrk="0" hangingPunct="1">
        <a:spcBef>
          <a:spcPct val="20000"/>
        </a:spcBef>
        <a:buFont typeface="Arial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6pPr>
      <a:lvl7pPr marL="2961102" indent="-227777" algn="l" defTabSz="455554" rtl="0" eaLnBrk="1" latinLnBrk="0" hangingPunct="1">
        <a:spcBef>
          <a:spcPct val="20000"/>
        </a:spcBef>
        <a:buFont typeface="Arial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7pPr>
      <a:lvl8pPr marL="3416656" indent="-227777" algn="l" defTabSz="455554" rtl="0" eaLnBrk="1" latinLnBrk="0" hangingPunct="1">
        <a:spcBef>
          <a:spcPct val="20000"/>
        </a:spcBef>
        <a:buFont typeface="Arial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8pPr>
      <a:lvl9pPr marL="3872210" indent="-227777" algn="l" defTabSz="455554" rtl="0" eaLnBrk="1" latinLnBrk="0" hangingPunct="1">
        <a:spcBef>
          <a:spcPct val="20000"/>
        </a:spcBef>
        <a:buFont typeface="Arial"/>
        <a:buChar char="•"/>
        <a:defRPr sz="199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1pPr>
      <a:lvl2pPr marL="455554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2pPr>
      <a:lvl3pPr marL="911108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3pPr>
      <a:lvl4pPr marL="1366662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216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5pPr>
      <a:lvl6pPr marL="2277770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6pPr>
      <a:lvl7pPr marL="2733324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7pPr>
      <a:lvl8pPr marL="3188879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8pPr>
      <a:lvl9pPr marL="3644433" algn="l" defTabSz="455554" rtl="0" eaLnBrk="1" latinLnBrk="0" hangingPunct="1">
        <a:defRPr sz="17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12DA2B-3630-DD22-46F5-87DDA0EC03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656" b="89972" l="9995" r="89988">
                        <a14:foregroundMark x1="47658" y1="10630" x2="47725" y2="11642"/>
                        <a14:foregroundMark x1="44055" y1="12654" x2="44123" y2="6201"/>
                        <a14:foregroundMark x1="44123" y1="6201" x2="65923" y2="8890"/>
                        <a14:foregroundMark x1="65923" y1="8890" x2="73212" y2="7529"/>
                        <a14:foregroundMark x1="73212" y1="7529" x2="77237" y2="7656"/>
                        <a14:foregroundMark x1="77237" y1="7656" x2="79537" y2="1151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8078755" y="-551107"/>
            <a:ext cx="18398412" cy="995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196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sbraic</dc:creator>
  <cp:keywords/>
  <dc:description>generated using python-pptx</dc:description>
  <cp:lastModifiedBy>Lara Božić</cp:lastModifiedBy>
  <cp:revision>8</cp:revision>
  <cp:lastPrinted>2026-10-06T17:48:58Z</cp:lastPrinted>
  <dcterms:created xsi:type="dcterms:W3CDTF">2013-01-27T09:14:16Z</dcterms:created>
  <dcterms:modified xsi:type="dcterms:W3CDTF">2026-10-06T17:50:44Z</dcterms:modified>
  <cp:category/>
</cp:coreProperties>
</file>